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72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463" r:id="rId4"/>
  </p:sldIdLst>
  <p:sldSz cx="9144000" cy="6858000" type="screen4x3"/>
  <p:notesSz cx="9874250" cy="6858000"/>
  <p:embeddedFontLst>
    <p:embeddedFont>
      <p:font typeface="源真ゴシックP Regular" panose="020B0600070205080204" charset="-128"/>
      <p:regular r:id="rId7"/>
    </p:embeddedFont>
    <p:embeddedFont>
      <p:font typeface="游ゴシック" panose="020B0400000000000000" pitchFamily="50" charset="-128"/>
      <p:regular r:id="rId8"/>
      <p:bold r:id="rId9"/>
    </p:embeddedFont>
  </p:embeddedFont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8DAF9"/>
    <a:srgbClr val="073E59"/>
    <a:srgbClr val="5189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35"/>
  </p:normalViewPr>
  <p:slideViewPr>
    <p:cSldViewPr snapToGrid="0">
      <p:cViewPr varScale="1">
        <p:scale>
          <a:sx n="150" d="100"/>
          <a:sy n="150" d="100"/>
        </p:scale>
        <p:origin x="2094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3E175-399F-42DF-967C-B4739F7DFC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842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067B46-D257-4103-9026-DBFA5F6660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93123" y="1"/>
            <a:ext cx="4278842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kumimoji="1" lang="en-US" altLang="ja-JP"/>
              <a:t>2018/1/29</a:t>
            </a:r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C9F02-DDCC-4AF2-B473-98B1DF6D64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278842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2C638-9695-4603-9207-E32FBE7FA3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93123" y="6513910"/>
            <a:ext cx="4278842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4A869-A91A-4D59-9966-C48CBB63CE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81589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842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93123" y="1"/>
            <a:ext cx="4278842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kumimoji="1" lang="en-US" altLang="ja-JP"/>
              <a:t>2018/1/29</a:t>
            </a:r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394075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7425" y="3300412"/>
            <a:ext cx="78994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278842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93123" y="6513910"/>
            <a:ext cx="4278842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58DBBF-EA85-4F42-8EE5-EA3C140EA6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71080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cxnSp>
        <p:nvCxnSpPr>
          <p:cNvPr id="11" name="直線コネクタ 10"/>
          <p:cNvCxnSpPr/>
          <p:nvPr userDrawn="1"/>
        </p:nvCxnSpPr>
        <p:spPr>
          <a:xfrm>
            <a:off x="628650" y="3520035"/>
            <a:ext cx="78867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045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EE59-134B-EB41-9389-74F7BBB15B10}" type="datetime4">
              <a:rPr kumimoji="1" lang="en-US" altLang="ja-JP" smtClean="0"/>
              <a:t>November 18, 2025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ja-JP"/>
              <a:t>Pedro Valois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68F9-70EC-4782-8189-ECBB0FC56BB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628650" y="1456312"/>
            <a:ext cx="78867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C5E50700-FEA2-43F6-8DE1-2EB7E22E5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00101"/>
            <a:ext cx="7904162" cy="6492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BFBC8BC-2403-4E32-B6EC-8555C738EB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188" y="1700213"/>
            <a:ext cx="7921625" cy="4537075"/>
          </a:xfrm>
        </p:spPr>
        <p:txBody>
          <a:bodyPr/>
          <a:lstStyle>
            <a:lvl1pPr marL="228600" indent="-228600">
              <a:spcBef>
                <a:spcPts val="1800"/>
              </a:spcBef>
              <a:buFont typeface="Wingdings" panose="05000000000000000000" pitchFamily="2" charset="2"/>
              <a:buChar char="n"/>
              <a:defRPr/>
            </a:lvl1pPr>
            <a:lvl2pPr marL="685800" indent="-2286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p"/>
              <a:defRPr/>
            </a:lvl2pPr>
          </a:lstStyle>
          <a:p>
            <a:pPr lvl="0"/>
            <a:r>
              <a:rPr kumimoji="1" lang="en-US" altLang="ja-JP"/>
              <a:t> Edit Master text styles</a:t>
            </a:r>
          </a:p>
          <a:p>
            <a:pPr lvl="1"/>
            <a:r>
              <a:rPr kumimoji="1" lang="en-US" altLang="ja-JP"/>
              <a:t> 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7056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2898" y="1709739"/>
            <a:ext cx="6697690" cy="1707303"/>
          </a:xfrm>
        </p:spPr>
        <p:txBody>
          <a:bodyPr anchor="b"/>
          <a:lstStyle>
            <a:lvl1pPr>
              <a:defRPr sz="5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12895" y="3538372"/>
            <a:ext cx="6719917" cy="2536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/>
          <a:p>
            <a:fld id="{920FC7EE-24F3-9641-A0DC-85BCB49BE97F}" type="datetime4">
              <a:rPr kumimoji="1" lang="en-US" altLang="ja-JP" smtClean="0"/>
              <a:t>November 18, 2025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Pedro Valois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68F9-70EC-4782-8189-ECBB0FC56BB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10">
            <a:extLst>
              <a:ext uri="{FF2B5EF4-FFF2-40B4-BE49-F238E27FC236}">
                <a16:creationId xmlns:a16="http://schemas.microsoft.com/office/drawing/2014/main" id="{A4F19557-9A81-4E02-ABCB-21ADCB5B823C}"/>
              </a:ext>
            </a:extLst>
          </p:cNvPr>
          <p:cNvCxnSpPr>
            <a:cxnSpLocks/>
          </p:cNvCxnSpPr>
          <p:nvPr userDrawn="1"/>
        </p:nvCxnSpPr>
        <p:spPr>
          <a:xfrm>
            <a:off x="1812897" y="3417042"/>
            <a:ext cx="6697691" cy="15944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Frame 9">
            <a:extLst>
              <a:ext uri="{FF2B5EF4-FFF2-40B4-BE49-F238E27FC236}">
                <a16:creationId xmlns:a16="http://schemas.microsoft.com/office/drawing/2014/main" id="{15D1981E-0A6F-4200-82CB-2C8DB41968EA}"/>
              </a:ext>
            </a:extLst>
          </p:cNvPr>
          <p:cNvSpPr/>
          <p:nvPr userDrawn="1"/>
        </p:nvSpPr>
        <p:spPr>
          <a:xfrm>
            <a:off x="611188" y="2337683"/>
            <a:ext cx="1082440" cy="1083345"/>
          </a:xfrm>
          <a:prstGeom prst="frame">
            <a:avLst/>
          </a:prstGeom>
          <a:solidFill>
            <a:srgbClr val="073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AD5DF3-F3D3-49BF-AB9C-AA4D86A45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7713" y="2472857"/>
            <a:ext cx="795337" cy="811682"/>
          </a:xfrm>
        </p:spPr>
        <p:txBody>
          <a:bodyPr anchor="b">
            <a:normAutofit/>
          </a:bodyPr>
          <a:lstStyle>
            <a:lvl1pPr marL="0" indent="0" algn="ctr">
              <a:buNone/>
              <a:defRPr sz="5000"/>
            </a:lvl1pPr>
          </a:lstStyle>
          <a:p>
            <a:pPr lvl="0"/>
            <a:r>
              <a:rPr kumimoji="1" lang="en-US" altLang="ja-JP"/>
              <a:t>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881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700215"/>
            <a:ext cx="3886200" cy="447674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700213"/>
            <a:ext cx="3886200" cy="44767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EA058-AA7D-EA4D-A3EE-41E290E3BEE6}" type="datetime4">
              <a:rPr kumimoji="1" lang="en-US" altLang="ja-JP" smtClean="0"/>
              <a:t>November 18, 2025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Pedro Valois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68F9-70EC-4782-8189-ECBB0FC56BB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直線コネクタ 6">
            <a:extLst>
              <a:ext uri="{FF2B5EF4-FFF2-40B4-BE49-F238E27FC236}">
                <a16:creationId xmlns:a16="http://schemas.microsoft.com/office/drawing/2014/main" id="{27647B2A-E82E-4E61-BC2B-31211A86A19A}"/>
              </a:ext>
            </a:extLst>
          </p:cNvPr>
          <p:cNvCxnSpPr/>
          <p:nvPr userDrawn="1"/>
        </p:nvCxnSpPr>
        <p:spPr>
          <a:xfrm>
            <a:off x="628650" y="1456312"/>
            <a:ext cx="78867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0DDEC70-04A9-42E8-9315-F7F13AA85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202" y="800101"/>
            <a:ext cx="7895148" cy="6629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1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1187" y="800100"/>
            <a:ext cx="7921626" cy="649289"/>
          </a:xfrm>
        </p:spPr>
        <p:txBody>
          <a:bodyPr anchor="b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188" y="1714269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187" y="2607019"/>
            <a:ext cx="3868340" cy="368049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22" y="1714269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22" y="2607019"/>
            <a:ext cx="3887391" cy="368049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48151-5906-7E44-88D3-291C55A4B214}" type="datetime4">
              <a:rPr kumimoji="1" lang="en-US" altLang="ja-JP" smtClean="0"/>
              <a:t>November 18, 2025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Pedro Valois</a:t>
            </a:r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68F9-70EC-4782-8189-ECBB0FC56BB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1" name="直線コネクタ 10"/>
          <p:cNvCxnSpPr/>
          <p:nvPr userDrawn="1"/>
        </p:nvCxnSpPr>
        <p:spPr>
          <a:xfrm>
            <a:off x="628650" y="1449389"/>
            <a:ext cx="78867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062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3104356"/>
            <a:ext cx="7921625" cy="649287"/>
          </a:xfrm>
        </p:spPr>
        <p:txBody>
          <a:bodyPr anchor="b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696C-4D0B-114C-A0B7-1B953B0B4F92}" type="datetime4">
              <a:rPr kumimoji="1" lang="en-US" altLang="ja-JP" smtClean="0"/>
              <a:t>November 18, 2025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Pedro Valois</a:t>
            </a:r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68F9-70EC-4782-8189-ECBB0FC56BB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0585E94A-2F4D-4E42-BEDC-96646C051399}"/>
              </a:ext>
            </a:extLst>
          </p:cNvPr>
          <p:cNvSpPr/>
          <p:nvPr userDrawn="1"/>
        </p:nvSpPr>
        <p:spPr>
          <a:xfrm>
            <a:off x="373711" y="1640219"/>
            <a:ext cx="8420432" cy="3575833"/>
          </a:xfrm>
          <a:prstGeom prst="frame">
            <a:avLst>
              <a:gd name="adj1" fmla="val 6941"/>
            </a:avLst>
          </a:prstGeom>
          <a:gradFill>
            <a:gsLst>
              <a:gs pos="0">
                <a:srgbClr val="073E59"/>
              </a:gs>
              <a:gs pos="59000">
                <a:schemeClr val="accent3">
                  <a:lumMod val="60000"/>
                  <a:lumOff val="40000"/>
                </a:schemeClr>
              </a:gs>
              <a:gs pos="84000">
                <a:srgbClr val="073E59"/>
              </a:gs>
              <a:gs pos="100000">
                <a:srgbClr val="073E59"/>
              </a:gs>
            </a:gsLst>
            <a:lin ang="30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865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27857-1AB3-C946-8DC8-5B45BA4B7801}" type="datetime4">
              <a:rPr kumimoji="1" lang="en-US" altLang="ja-JP" smtClean="0"/>
              <a:t>November 18, 2025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Pedro Valois</a:t>
            </a:r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68F9-70EC-4782-8189-ECBB0FC56B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8259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987426"/>
            <a:ext cx="2949178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0F4EAF-2E9E-8A4C-9CE5-88F99ADBEB7E}" type="datetime4">
              <a:rPr kumimoji="1" lang="en-US" altLang="ja-JP" smtClean="0"/>
              <a:t>November 18, 2025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Pedro Valois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68F9-70EC-4782-8189-ECBB0FC56B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2516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187" y="800100"/>
            <a:ext cx="2967831" cy="6492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00100"/>
            <a:ext cx="4645422" cy="543718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00213"/>
            <a:ext cx="2949178" cy="45370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BD957-13F2-4E42-BD61-9CBF8550525D}" type="datetime4">
              <a:rPr kumimoji="1" lang="en-US" altLang="ja-JP" smtClean="0"/>
              <a:t>November 18, 2025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Pedro Valois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68F9-70EC-4782-8189-ECBB0FC56BB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8" name="直線コネクタ 6">
            <a:extLst>
              <a:ext uri="{FF2B5EF4-FFF2-40B4-BE49-F238E27FC236}">
                <a16:creationId xmlns:a16="http://schemas.microsoft.com/office/drawing/2014/main" id="{26ECF22C-A476-497B-9604-C2592E47CDDE}"/>
              </a:ext>
            </a:extLst>
          </p:cNvPr>
          <p:cNvCxnSpPr>
            <a:cxnSpLocks/>
          </p:cNvCxnSpPr>
          <p:nvPr userDrawn="1"/>
        </p:nvCxnSpPr>
        <p:spPr>
          <a:xfrm>
            <a:off x="611188" y="1449388"/>
            <a:ext cx="2967830" cy="1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88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7" y="1700214"/>
            <a:ext cx="7921625" cy="453707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7765-9FB4-C24E-AA64-A46FA073FFC7}" type="datetime4">
              <a:rPr kumimoji="1" lang="en-US" altLang="ja-JP" smtClean="0"/>
              <a:t>November 18, 2025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Pedro Valois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68F9-70EC-4782-8189-ECBB0FC56BB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直線コネクタ 6">
            <a:extLst>
              <a:ext uri="{FF2B5EF4-FFF2-40B4-BE49-F238E27FC236}">
                <a16:creationId xmlns:a16="http://schemas.microsoft.com/office/drawing/2014/main" id="{A854D36F-51F6-464D-996D-934335A0E29E}"/>
              </a:ext>
            </a:extLst>
          </p:cNvPr>
          <p:cNvCxnSpPr>
            <a:cxnSpLocks/>
          </p:cNvCxnSpPr>
          <p:nvPr userDrawn="1"/>
        </p:nvCxnSpPr>
        <p:spPr>
          <a:xfrm>
            <a:off x="628650" y="1456312"/>
            <a:ext cx="7904144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AE82CD16-5AA8-4C65-BBD0-CB0FFB195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201" y="800101"/>
            <a:ext cx="7912611" cy="6629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4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800098"/>
            <a:ext cx="1989138" cy="543718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800099"/>
            <a:ext cx="5818187" cy="543718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314B5-1CFF-0F40-B118-4F191A013BF1}" type="datetime4">
              <a:rPr kumimoji="1" lang="en-US" altLang="ja-JP" smtClean="0"/>
              <a:t>November 18, 2025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Pedro Valois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68F9-70EC-4782-8189-ECBB0FC56B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819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522"/>
          <a:stretch/>
        </p:blipFill>
        <p:spPr>
          <a:xfrm>
            <a:off x="0" y="1525"/>
            <a:ext cx="9144000" cy="924339"/>
          </a:xfrm>
          <a:prstGeom prst="rect">
            <a:avLst/>
          </a:prstGeom>
          <a:effectLst>
            <a:glow>
              <a:schemeClr val="accent1"/>
            </a:glow>
            <a:reflection endPos="0" dir="5400000" sy="-100000" algn="bl" rotWithShape="0"/>
          </a:effec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0202" y="800101"/>
            <a:ext cx="7895148" cy="6629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724440"/>
            <a:ext cx="7886700" cy="4495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  <a:endParaRPr lang="pt-BR" altLang="ja-JP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C631E-BCB2-084D-ADFB-7EDCA4130BE2}" type="datetime4">
              <a:rPr kumimoji="1" lang="en-US" altLang="ja-JP" smtClean="0"/>
              <a:t>November 18, 2025</a:t>
            </a:fld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468F9-70EC-4782-8189-ECBB0FC56BB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DD562730-C45D-43ED-85AB-B9BEA0E508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ja-JP"/>
              <a:t>Pedro Valois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22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Clr>
          <a:srgbClr val="073E59"/>
        </a:buClr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rgbClr val="073E59"/>
        </a:buClr>
        <a:buFont typeface="Wingdings" panose="05000000000000000000" pitchFamily="2" charset="2"/>
        <a:buChar char="p"/>
        <a:defRPr kumimoji="1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rgbClr val="073E59"/>
        </a:buClr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rgbClr val="073E59"/>
        </a:buClr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rgbClr val="073E59"/>
        </a:buClr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68">
          <p15:clr>
            <a:srgbClr val="F26B43"/>
          </p15:clr>
        </p15:guide>
        <p15:guide id="4" pos="5692">
          <p15:clr>
            <a:srgbClr val="F26B43"/>
          </p15:clr>
        </p15:guide>
        <p15:guide id="5" orient="horz" pos="504">
          <p15:clr>
            <a:srgbClr val="F26B43"/>
          </p15:clr>
        </p15:guide>
        <p15:guide id="6" orient="horz" pos="3997">
          <p15:clr>
            <a:srgbClr val="F26B43"/>
          </p15:clr>
        </p15:guide>
        <p15:guide id="7" orient="horz" pos="1071">
          <p15:clr>
            <a:srgbClr val="F26B43"/>
          </p15:clr>
        </p15:guide>
        <p15:guide id="8" orient="horz" pos="3929">
          <p15:clr>
            <a:srgbClr val="F26B43"/>
          </p15:clr>
        </p15:guide>
        <p15:guide id="9" pos="385">
          <p15:clr>
            <a:srgbClr val="F26B43"/>
          </p15:clr>
        </p15:guide>
        <p15:guide id="10" pos="5375">
          <p15:clr>
            <a:srgbClr val="F26B43"/>
          </p15:clr>
        </p15:guide>
        <p15:guide id="11" orient="horz" pos="91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0189C-E402-2BE0-A10A-2EB3D47590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JP" sz="4400" dirty="0"/>
            </a:br>
            <a:r>
              <a:rPr lang="en-US" sz="4400" dirty="0"/>
              <a:t>Difference Subspace Damage Segmentation</a:t>
            </a:r>
            <a:endParaRPr lang="en-JP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06C5F-856A-C866-B797-423FB30781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Abdelrahman I. A. Abushbeka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8500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E0B619-3C77-BF40-65EB-9F52F1C6B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EE59-134B-EB41-9389-74F7BBB15B10}" type="datetime4">
              <a:rPr kumimoji="1" lang="en-US" altLang="ja-JP" smtClean="0"/>
              <a:t>November 18, 2025</a:t>
            </a:fld>
            <a:endParaRPr kumimoji="1" lang="ja-JP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E78F24-EAA0-3D24-EF63-56246AC4A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Abdelrahman I. A. Abushbeka</a:t>
            </a:r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3AB17-04D2-7817-6BC2-4E030A971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68F9-70EC-4782-8189-ECBB0FC56BB3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BFC276-3E9D-67D1-1C5F-9C2B60C91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JP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3E456D-1A51-07E4-78BA-BB025A7486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 contents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543266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7CC95-91D2-30E1-4630-6E4AB49DD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85345-E7CF-7543-8A46-C37F06825097}" type="datetime4">
              <a:rPr kumimoji="1" lang="en-US" altLang="ja-JP" smtClean="0"/>
              <a:t>November 18, 2025</a:t>
            </a:fld>
            <a:endParaRPr kumimoji="1" lang="ja-JP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A83B80-A6E2-3A6D-6648-3A9635CEC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08615"/>
            <a:ext cx="7886700" cy="649286"/>
          </a:xfrm>
        </p:spPr>
        <p:txBody>
          <a:bodyPr/>
          <a:lstStyle/>
          <a:p>
            <a:pPr algn="ctr"/>
            <a:r>
              <a:rPr lang="en-US" sz="11500"/>
              <a:t>Thank you!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759EA-AAD9-E4BC-218D-904FD1D2E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Abdelrahman I. A. Abushbeka</a:t>
            </a:r>
            <a:endParaRPr lang="en-JP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90C29-4D9C-05A0-BFAC-386DDC64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468F9-70EC-4782-8189-ECBB0FC56BB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629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98"/>
    </mc:Choice>
    <mc:Fallback xmlns="">
      <p:transition spd="slow" advTm="12198"/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源真ゴシックP">
      <a:majorFont>
        <a:latin typeface="源真ゴシックP Medium"/>
        <a:ea typeface="源真ゴシックP Medium"/>
        <a:cs typeface=""/>
      </a:majorFont>
      <a:minorFont>
        <a:latin typeface="源真ゴシックP Regular"/>
        <a:ea typeface="源真ゴシックP Regula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vlab_template_源真ゴシックP.potx" id="{B1FEE04A-6773-45F9-95ED-3ED02D3870BA}" vid="{F3C12582-4529-4740-8CFC-EF0B438103D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</TotalTime>
  <Words>33</Words>
  <Application>Microsoft Office PowerPoint</Application>
  <PresentationFormat>On-screen Show (4:3)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源真ゴシックP Regular</vt:lpstr>
      <vt:lpstr>Wingdings</vt:lpstr>
      <vt:lpstr>Calibri</vt:lpstr>
      <vt:lpstr>Arial</vt:lpstr>
      <vt:lpstr>游ゴシック</vt:lpstr>
      <vt:lpstr>Office テーマ</vt:lpstr>
      <vt:lpstr> Difference Subspace Damage Segmentation</vt:lpstr>
      <vt:lpstr>Title</vt:lpstr>
      <vt:lpstr>Thank you!</vt:lpstr>
    </vt:vector>
  </TitlesOfParts>
  <Company>筑波大学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文字構造を考慮した 深層学習によるテキスト画像の超解像</dc:title>
  <dc:creator>中畝 志門</dc:creator>
  <cp:lastModifiedBy>ABDELRAHMAN I. A. ABUSHBEKA</cp:lastModifiedBy>
  <cp:revision>2</cp:revision>
  <cp:lastPrinted>2018-01-26T09:09:22Z</cp:lastPrinted>
  <dcterms:created xsi:type="dcterms:W3CDTF">2021-07-27T06:48:29Z</dcterms:created>
  <dcterms:modified xsi:type="dcterms:W3CDTF">2025-11-18T14:45:15Z</dcterms:modified>
</cp:coreProperties>
</file>